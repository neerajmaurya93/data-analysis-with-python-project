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4DF2-47EE-BB32-6135-C3DDF06FF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0" y="300039"/>
            <a:ext cx="7394216" cy="866614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7200" b="1" dirty="0">
                <a:solidFill>
                  <a:srgbClr val="FFFF00"/>
                </a:solidFill>
              </a:rPr>
              <a:t>E-COMMERCE</a:t>
            </a:r>
            <a:endParaRPr lang="en-IN" sz="72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8C89F4-4788-0918-FD4F-6E4CCB0A2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4764" y="6296014"/>
            <a:ext cx="2871236" cy="492568"/>
          </a:xfrm>
        </p:spPr>
        <p:txBody>
          <a:bodyPr>
            <a:normAutofit/>
          </a:bodyPr>
          <a:lstStyle/>
          <a:p>
            <a:pPr algn="ctr"/>
            <a:r>
              <a:rPr lang="en-US" sz="1600" b="1" dirty="0"/>
              <a:t>NEERAJ MAURYA</a:t>
            </a:r>
            <a:endParaRPr lang="en-IN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94A25-1E80-8074-F059-3AD3FBF6A7CE}"/>
              </a:ext>
            </a:extLst>
          </p:cNvPr>
          <p:cNvSpPr txBox="1"/>
          <p:nvPr/>
        </p:nvSpPr>
        <p:spPr>
          <a:xfrm>
            <a:off x="1637689" y="2222048"/>
            <a:ext cx="48111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sz="2400" dirty="0"/>
              <a:t>DATA ANALYSIS </a:t>
            </a:r>
            <a:r>
              <a:rPr lang="en-US" sz="2400" dirty="0">
                <a:solidFill>
                  <a:srgbClr val="FFC000"/>
                </a:solidFill>
              </a:rPr>
              <a:t>WITH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PYTHON</a:t>
            </a:r>
            <a:endParaRPr lang="en-IN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78995-004C-A6F1-5D90-79C88246587D}"/>
              </a:ext>
            </a:extLst>
          </p:cNvPr>
          <p:cNvSpPr txBox="1"/>
          <p:nvPr/>
        </p:nvSpPr>
        <p:spPr>
          <a:xfrm>
            <a:off x="2933111" y="1186519"/>
            <a:ext cx="5922499" cy="1015663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2"/>
            </a:outerShdw>
            <a:softEdge rad="444500"/>
          </a:effectLst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highlight>
                  <a:srgbClr val="C0C0C0"/>
                </a:highlight>
              </a:rPr>
              <a:t>FULL PROJECT</a:t>
            </a:r>
            <a:endParaRPr lang="en-IN" sz="6000" dirty="0"/>
          </a:p>
        </p:txBody>
      </p:sp>
      <p:pic>
        <p:nvPicPr>
          <p:cNvPr id="9" name="Picture 8" descr="A computer and mobile devices&#10;&#10;AI-generated content may be incorrect.">
            <a:extLst>
              <a:ext uri="{FF2B5EF4-FFF2-40B4-BE49-F238E27FC236}">
                <a16:creationId xmlns:a16="http://schemas.microsoft.com/office/drawing/2014/main" id="{5B46F3E4-DC93-ABC3-E511-02764C7918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9983" t="569" r="11408" b="480"/>
          <a:stretch/>
        </p:blipFill>
        <p:spPr>
          <a:xfrm>
            <a:off x="1082015" y="2724787"/>
            <a:ext cx="5922498" cy="3523511"/>
          </a:xfrm>
          <a:prstGeom prst="rect">
            <a:avLst/>
          </a:prstGeom>
          <a:effectLst>
            <a:outerShdw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1" name="Picture 10" descr="A logo of a smile&#10;&#10;AI-generated content may be incorrect.">
            <a:extLst>
              <a:ext uri="{FF2B5EF4-FFF2-40B4-BE49-F238E27FC236}">
                <a16:creationId xmlns:a16="http://schemas.microsoft.com/office/drawing/2014/main" id="{159286E0-0E09-49BE-6E87-95281845A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0" t="9758" r="8610" b="9758"/>
          <a:stretch/>
        </p:blipFill>
        <p:spPr>
          <a:xfrm>
            <a:off x="9003323" y="48211"/>
            <a:ext cx="3188678" cy="2144114"/>
          </a:xfrm>
          <a:prstGeom prst="rect">
            <a:avLst/>
          </a:prstGeom>
        </p:spPr>
      </p:pic>
      <p:pic>
        <p:nvPicPr>
          <p:cNvPr id="13" name="Picture 12" descr="A yellow and blue logo&#10;&#10;AI-generated content may be incorrect.">
            <a:extLst>
              <a:ext uri="{FF2B5EF4-FFF2-40B4-BE49-F238E27FC236}">
                <a16:creationId xmlns:a16="http://schemas.microsoft.com/office/drawing/2014/main" id="{BEC19888-D491-D5BC-FB2D-A3575111C7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69" t="13332" r="5469" b="13332"/>
          <a:stretch/>
        </p:blipFill>
        <p:spPr>
          <a:xfrm>
            <a:off x="8985766" y="2192325"/>
            <a:ext cx="3206234" cy="1689685"/>
          </a:xfrm>
          <a:prstGeom prst="rect">
            <a:avLst/>
          </a:prstGeom>
        </p:spPr>
      </p:pic>
      <p:pic>
        <p:nvPicPr>
          <p:cNvPr id="15" name="Picture 14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EE03A068-2D90-EA5A-288C-922AF1EEE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815" y="4486543"/>
            <a:ext cx="3246086" cy="22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76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B381379E-5907-02AA-C09F-966825906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834" y="207772"/>
            <a:ext cx="7958331" cy="70788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</a:rPr>
              <a:t>E-COMMERCE TASK</a:t>
            </a:r>
            <a:endParaRPr lang="en-IN" sz="6000" dirty="0">
              <a:solidFill>
                <a:srgbClr val="0070C0"/>
              </a:solidFill>
            </a:endParaRPr>
          </a:p>
        </p:txBody>
      </p:sp>
      <p:sp useBgFill="1">
        <p:nvSpPr>
          <p:cNvPr id="6" name="TextBox 5">
            <a:extLst>
              <a:ext uri="{FF2B5EF4-FFF2-40B4-BE49-F238E27FC236}">
                <a16:creationId xmlns:a16="http://schemas.microsoft.com/office/drawing/2014/main" id="{F6D8BE51-B992-02F5-D85A-08C0E11D850D}"/>
              </a:ext>
            </a:extLst>
          </p:cNvPr>
          <p:cNvSpPr txBox="1"/>
          <p:nvPr/>
        </p:nvSpPr>
        <p:spPr>
          <a:xfrm>
            <a:off x="1014413" y="1728788"/>
            <a:ext cx="10315575" cy="45243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You need to calculate the monthly sales of the store and identify which month had the highest sales and which month had the lowest sales.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You need to analyze sales based on product categories and determine which category has the lowest sales and which category has the highest sales.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sales analysis needs to be done based on sub-categories.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You need to analyze the monthly profit from sales and determine which month had the highest profit.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Analyze the profit by category and sub-category.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Analyze the sales and profit by customer segment.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Analyze the sales to profit ratio.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018F1-ADF0-A1D6-0A94-66D2B6A45F7B}"/>
              </a:ext>
            </a:extLst>
          </p:cNvPr>
          <p:cNvSpPr txBox="1"/>
          <p:nvPr/>
        </p:nvSpPr>
        <p:spPr>
          <a:xfrm flipH="1">
            <a:off x="4542419" y="6386511"/>
            <a:ext cx="1929819" cy="342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NEERAJ MAURYA</a:t>
            </a:r>
            <a:endParaRPr lang="en-IN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75C4E3-D1AD-BC54-CADB-5B6DA98AEF54}"/>
              </a:ext>
            </a:extLst>
          </p:cNvPr>
          <p:cNvSpPr txBox="1"/>
          <p:nvPr/>
        </p:nvSpPr>
        <p:spPr>
          <a:xfrm>
            <a:off x="1493044" y="915658"/>
            <a:ext cx="9358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highlight>
                  <a:srgbClr val="C0C0C0"/>
                </a:highlight>
              </a:rPr>
              <a:t>FOR DATA ANALYST &amp; DATA SCIENCE</a:t>
            </a:r>
            <a:endParaRPr lang="en-IN" sz="4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74437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123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MS Shell Dlg 2</vt:lpstr>
      <vt:lpstr>Wingdings</vt:lpstr>
      <vt:lpstr>Wingdings 3</vt:lpstr>
      <vt:lpstr>Madison</vt:lpstr>
      <vt:lpstr>E-COMMERCE</vt:lpstr>
      <vt:lpstr>E-COMMERCE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Neeraj Maurya</dc:creator>
  <cp:lastModifiedBy>Neeraj Maurya</cp:lastModifiedBy>
  <cp:revision>2</cp:revision>
  <dcterms:created xsi:type="dcterms:W3CDTF">2025-11-11T09:06:15Z</dcterms:created>
  <dcterms:modified xsi:type="dcterms:W3CDTF">2025-11-11T10:17:02Z</dcterms:modified>
</cp:coreProperties>
</file>